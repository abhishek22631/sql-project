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rebuchet MS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rebuchet MS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rebuchet MS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rebuchet MS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rebuchet MS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rebuchet MS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rebuchet MS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rebuchet MS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Trebuchet M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BE9CB"/>
          </a:solidFill>
        </a:fill>
      </a:tcStyle>
    </a:wholeTbl>
    <a:band2H>
      <a:tcTxStyle b="def" i="def"/>
      <a:tcStyle>
        <a:tcBdr/>
        <a:fill>
          <a:solidFill>
            <a:srgbClr val="EEF4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5E6CB"/>
          </a:solidFill>
        </a:fill>
      </a:tcStyle>
    </a:wholeTbl>
    <a:band2H>
      <a:tcTxStyle b="def" i="def"/>
      <a:tcStyle>
        <a:tcBdr/>
        <a:fill>
          <a:solidFill>
            <a:srgbClr val="FAF3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BD8D0"/>
          </a:solidFill>
        </a:fill>
      </a:tcStyle>
    </a:wholeTbl>
    <a:band2H>
      <a:tcTxStyle b="def" i="def"/>
      <a:tcStyle>
        <a:tcBdr/>
        <a:fill>
          <a:solidFill>
            <a:srgbClr val="EEED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6" name="Shape 16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Trebuchet MS"/>
      </a:defRPr>
    </a:lvl1pPr>
    <a:lvl2pPr indent="228600" defTabSz="457200" latinLnBrk="0">
      <a:defRPr sz="1200">
        <a:latin typeface="+mj-lt"/>
        <a:ea typeface="+mj-ea"/>
        <a:cs typeface="+mj-cs"/>
        <a:sym typeface="Trebuchet MS"/>
      </a:defRPr>
    </a:lvl2pPr>
    <a:lvl3pPr indent="457200" defTabSz="457200" latinLnBrk="0">
      <a:defRPr sz="1200">
        <a:latin typeface="+mj-lt"/>
        <a:ea typeface="+mj-ea"/>
        <a:cs typeface="+mj-cs"/>
        <a:sym typeface="Trebuchet MS"/>
      </a:defRPr>
    </a:lvl3pPr>
    <a:lvl4pPr indent="685800" defTabSz="457200" latinLnBrk="0">
      <a:defRPr sz="1200">
        <a:latin typeface="+mj-lt"/>
        <a:ea typeface="+mj-ea"/>
        <a:cs typeface="+mj-cs"/>
        <a:sym typeface="Trebuchet MS"/>
      </a:defRPr>
    </a:lvl4pPr>
    <a:lvl5pPr indent="914400" defTabSz="457200" latinLnBrk="0">
      <a:defRPr sz="1200">
        <a:latin typeface="+mj-lt"/>
        <a:ea typeface="+mj-ea"/>
        <a:cs typeface="+mj-cs"/>
        <a:sym typeface="Trebuchet MS"/>
      </a:defRPr>
    </a:lvl5pPr>
    <a:lvl6pPr indent="1143000" defTabSz="457200" latinLnBrk="0">
      <a:defRPr sz="1200">
        <a:latin typeface="+mj-lt"/>
        <a:ea typeface="+mj-ea"/>
        <a:cs typeface="+mj-cs"/>
        <a:sym typeface="Trebuchet MS"/>
      </a:defRPr>
    </a:lvl6pPr>
    <a:lvl7pPr indent="1371600" defTabSz="457200" latinLnBrk="0">
      <a:defRPr sz="1200">
        <a:latin typeface="+mj-lt"/>
        <a:ea typeface="+mj-ea"/>
        <a:cs typeface="+mj-cs"/>
        <a:sym typeface="Trebuchet MS"/>
      </a:defRPr>
    </a:lvl7pPr>
    <a:lvl8pPr indent="1600200" defTabSz="457200" latinLnBrk="0">
      <a:defRPr sz="1200">
        <a:latin typeface="+mj-lt"/>
        <a:ea typeface="+mj-ea"/>
        <a:cs typeface="+mj-cs"/>
        <a:sym typeface="Trebuchet MS"/>
      </a:defRPr>
    </a:lvl8pPr>
    <a:lvl9pPr indent="1828800" defTabSz="457200" latinLnBrk="0">
      <a:defRPr sz="1200">
        <a:latin typeface="+mj-lt"/>
        <a:ea typeface="+mj-ea"/>
        <a:cs typeface="+mj-cs"/>
        <a:sym typeface="Trebuchet MS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6"/>
          <p:cNvGrpSpPr/>
          <p:nvPr/>
        </p:nvGrpSpPr>
        <p:grpSpPr>
          <a:xfrm>
            <a:off x="-1" y="-8467"/>
            <a:ext cx="12192001" cy="6866468"/>
            <a:chOff x="0" y="0"/>
            <a:chExt cx="12192000" cy="6866467"/>
          </a:xfrm>
        </p:grpSpPr>
        <p:sp>
          <p:nvSpPr>
            <p:cNvPr id="22" name="Straight Connector 31"/>
            <p:cNvSpPr/>
            <p:nvPr/>
          </p:nvSpPr>
          <p:spPr>
            <a:xfrm>
              <a:off x="9371012" y="8466"/>
              <a:ext cx="1219201" cy="6858002"/>
            </a:xfrm>
            <a:prstGeom prst="line">
              <a:avLst/>
            </a:prstGeom>
            <a:noFill/>
            <a:ln w="9525" cap="rnd">
              <a:solidFill>
                <a:srgbClr val="BFBFB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3" name="Straight Connector 20"/>
            <p:cNvSpPr/>
            <p:nvPr/>
          </p:nvSpPr>
          <p:spPr>
            <a:xfrm flipH="1">
              <a:off x="7425266" y="3689880"/>
              <a:ext cx="4763559" cy="3176587"/>
            </a:xfrm>
            <a:prstGeom prst="line">
              <a:avLst/>
            </a:prstGeom>
            <a:noFill/>
            <a:ln w="9525" cap="rnd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9181476" y="0"/>
              <a:ext cx="3007349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692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469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603441" y="0"/>
              <a:ext cx="2588559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0092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6" name="Isosceles Triangle 26"/>
            <p:cNvSpPr/>
            <p:nvPr/>
          </p:nvSpPr>
          <p:spPr>
            <a:xfrm>
              <a:off x="8932333" y="3056466"/>
              <a:ext cx="3259667" cy="3810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334500" y="0"/>
              <a:ext cx="2854326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8697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0898730" y="0"/>
              <a:ext cx="1290095" cy="6866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073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7073" y="0"/>
                  </a:lnTo>
                  <a:close/>
                </a:path>
              </a:pathLst>
            </a:custGeom>
            <a:solidFill>
              <a:srgbClr val="C0E474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0938998" y="0"/>
              <a:ext cx="1249826" cy="6866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9173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999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0" name="Isosceles Triangle 30"/>
            <p:cNvSpPr/>
            <p:nvPr/>
          </p:nvSpPr>
          <p:spPr>
            <a:xfrm>
              <a:off x="10371666" y="3598333"/>
              <a:ext cx="1817160" cy="3268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1" name="Isosceles Triangle 18"/>
            <p:cNvSpPr/>
            <p:nvPr/>
          </p:nvSpPr>
          <p:spPr>
            <a:xfrm rot="10800000">
              <a:off x="-1" y="8466"/>
              <a:ext cx="842597" cy="56661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33" name="Title Text"/>
          <p:cNvSpPr txBox="1"/>
          <p:nvPr>
            <p:ph type="title"/>
          </p:nvPr>
        </p:nvSpPr>
        <p:spPr>
          <a:xfrm>
            <a:off x="1507067" y="2404534"/>
            <a:ext cx="7766937" cy="1646303"/>
          </a:xfrm>
          <a:prstGeom prst="rect">
            <a:avLst/>
          </a:prstGeom>
        </p:spPr>
        <p:txBody>
          <a:bodyPr anchor="b"/>
          <a:lstStyle>
            <a:lvl1pPr algn="r">
              <a:defRPr sz="5400"/>
            </a:lvl1pPr>
          </a:lstStyle>
          <a:p>
            <a:pPr/>
            <a:r>
              <a:t>Title Text</a:t>
            </a:r>
          </a:p>
        </p:txBody>
      </p:sp>
      <p:sp>
        <p:nvSpPr>
          <p:cNvPr id="34" name="Body Level One…"/>
          <p:cNvSpPr txBox="1"/>
          <p:nvPr>
            <p:ph type="body" sz="quarter" idx="1"/>
          </p:nvPr>
        </p:nvSpPr>
        <p:spPr>
          <a:xfrm>
            <a:off x="1507067" y="4050832"/>
            <a:ext cx="7766937" cy="1096901"/>
          </a:xfrm>
          <a:prstGeom prst="rect">
            <a:avLst/>
          </a:prstGeom>
        </p:spPr>
        <p:txBody>
          <a:bodyPr/>
          <a:lstStyle>
            <a:lvl1pPr marL="0" indent="0" algn="r">
              <a:buClrTx/>
              <a:buSzTx/>
              <a:buNone/>
              <a:defRPr>
                <a:solidFill>
                  <a:srgbClr val="808080"/>
                </a:solidFill>
              </a:defRPr>
            </a:lvl1pPr>
            <a:lvl2pPr marL="0" indent="457200" algn="r">
              <a:buClrTx/>
              <a:buSzTx/>
              <a:buNone/>
              <a:defRPr>
                <a:solidFill>
                  <a:srgbClr val="808080"/>
                </a:solidFill>
              </a:defRPr>
            </a:lvl2pPr>
            <a:lvl3pPr marL="0" indent="914400" algn="r">
              <a:buClrTx/>
              <a:buSzTx/>
              <a:buNone/>
              <a:defRPr>
                <a:solidFill>
                  <a:srgbClr val="808080"/>
                </a:solidFill>
              </a:defRPr>
            </a:lvl3pPr>
            <a:lvl4pPr marL="0" indent="1371600" algn="r">
              <a:buClrTx/>
              <a:buSzTx/>
              <a:buNone/>
              <a:defRPr>
                <a:solidFill>
                  <a:srgbClr val="808080"/>
                </a:solidFill>
              </a:defRPr>
            </a:lvl4pPr>
            <a:lvl5pPr marL="0" indent="1828800" algn="r">
              <a:buClrTx/>
              <a:buSzTx/>
              <a:buNone/>
              <a:defRPr>
                <a:solidFill>
                  <a:srgbClr val="80808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Text"/>
          <p:cNvSpPr txBox="1"/>
          <p:nvPr>
            <p:ph type="title"/>
          </p:nvPr>
        </p:nvSpPr>
        <p:spPr>
          <a:xfrm>
            <a:off x="677333" y="609600"/>
            <a:ext cx="8596670" cy="13208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3" name="Body Level One…"/>
          <p:cNvSpPr txBox="1"/>
          <p:nvPr>
            <p:ph type="body" sz="half" idx="1"/>
          </p:nvPr>
        </p:nvSpPr>
        <p:spPr>
          <a:xfrm>
            <a:off x="677333" y="2160589"/>
            <a:ext cx="8596670" cy="388077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Text"/>
          <p:cNvSpPr txBox="1"/>
          <p:nvPr>
            <p:ph type="title"/>
          </p:nvPr>
        </p:nvSpPr>
        <p:spPr>
          <a:xfrm>
            <a:off x="677335" y="2700866"/>
            <a:ext cx="8596669" cy="1826582"/>
          </a:xfrm>
          <a:prstGeom prst="rect">
            <a:avLst/>
          </a:prstGeom>
        </p:spPr>
        <p:txBody>
          <a:bodyPr anchor="b"/>
          <a:lstStyle>
            <a:lvl1pPr>
              <a:defRPr sz="4000"/>
            </a:lvl1pPr>
          </a:lstStyle>
          <a:p>
            <a:pPr/>
            <a:r>
              <a:t>Title Text</a:t>
            </a:r>
          </a:p>
        </p:txBody>
      </p:sp>
      <p:sp>
        <p:nvSpPr>
          <p:cNvPr id="52" name="Body Level One…"/>
          <p:cNvSpPr txBox="1"/>
          <p:nvPr>
            <p:ph type="body" sz="quarter" idx="1"/>
          </p:nvPr>
        </p:nvSpPr>
        <p:spPr>
          <a:xfrm>
            <a:off x="677335" y="4527448"/>
            <a:ext cx="8596669" cy="860401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 sz="2000">
                <a:solidFill>
                  <a:srgbClr val="808080"/>
                </a:solidFill>
              </a:defRPr>
            </a:lvl1pPr>
            <a:lvl2pPr marL="0" indent="457200">
              <a:buClrTx/>
              <a:buSzTx/>
              <a:buNone/>
              <a:defRPr sz="2000">
                <a:solidFill>
                  <a:srgbClr val="808080"/>
                </a:solidFill>
              </a:defRPr>
            </a:lvl2pPr>
            <a:lvl3pPr marL="0" indent="914400">
              <a:buClrTx/>
              <a:buSzTx/>
              <a:buNone/>
              <a:defRPr sz="2000">
                <a:solidFill>
                  <a:srgbClr val="808080"/>
                </a:solidFill>
              </a:defRPr>
            </a:lvl3pPr>
            <a:lvl4pPr marL="0" indent="1371600">
              <a:buClrTx/>
              <a:buSzTx/>
              <a:buNone/>
              <a:defRPr sz="2000">
                <a:solidFill>
                  <a:srgbClr val="808080"/>
                </a:solidFill>
              </a:defRPr>
            </a:lvl4pPr>
            <a:lvl5pPr marL="0" indent="1828800">
              <a:buClrTx/>
              <a:buSzTx/>
              <a:buNone/>
              <a:defRPr sz="2000">
                <a:solidFill>
                  <a:srgbClr val="80808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/>
          <p:nvPr>
            <p:ph type="title"/>
          </p:nvPr>
        </p:nvSpPr>
        <p:spPr>
          <a:xfrm>
            <a:off x="677333" y="609600"/>
            <a:ext cx="8596670" cy="13208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1" name="Body Level One…"/>
          <p:cNvSpPr txBox="1"/>
          <p:nvPr>
            <p:ph type="body" sz="quarter" idx="1"/>
          </p:nvPr>
        </p:nvSpPr>
        <p:spPr>
          <a:xfrm>
            <a:off x="677333" y="2160589"/>
            <a:ext cx="4184036" cy="388077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Text"/>
          <p:cNvSpPr txBox="1"/>
          <p:nvPr>
            <p:ph type="title"/>
          </p:nvPr>
        </p:nvSpPr>
        <p:spPr>
          <a:xfrm>
            <a:off x="677333" y="609600"/>
            <a:ext cx="8596670" cy="13208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0" name="Body Level One…"/>
          <p:cNvSpPr txBox="1"/>
          <p:nvPr>
            <p:ph type="body" sz="quarter" idx="1"/>
          </p:nvPr>
        </p:nvSpPr>
        <p:spPr>
          <a:xfrm>
            <a:off x="675744" y="2160983"/>
            <a:ext cx="4185624" cy="576263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SzTx/>
              <a:buNone/>
              <a:defRPr sz="2400"/>
            </a:lvl1pPr>
            <a:lvl2pPr marL="0" indent="457200">
              <a:buClrTx/>
              <a:buSzTx/>
              <a:buNone/>
              <a:defRPr sz="2400"/>
            </a:lvl2pPr>
            <a:lvl3pPr marL="0" indent="914400">
              <a:buClrTx/>
              <a:buSzTx/>
              <a:buNone/>
              <a:defRPr sz="2400"/>
            </a:lvl3pPr>
            <a:lvl4pPr marL="0" indent="1371600">
              <a:buClrTx/>
              <a:buSzTx/>
              <a:buNone/>
              <a:defRPr sz="2400"/>
            </a:lvl4pPr>
            <a:lvl5pPr marL="0" indent="1828800">
              <a:buClrTx/>
              <a:buSz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1" name="Text Placeholder 4"/>
          <p:cNvSpPr/>
          <p:nvPr>
            <p:ph type="body" sz="quarter" idx="21"/>
          </p:nvPr>
        </p:nvSpPr>
        <p:spPr>
          <a:xfrm>
            <a:off x="5088382" y="2160983"/>
            <a:ext cx="4185619" cy="576263"/>
          </a:xfrm>
          <a:prstGeom prst="rect">
            <a:avLst/>
          </a:prstGeom>
        </p:spPr>
        <p:txBody>
          <a:bodyPr anchor="b"/>
          <a:lstStyle/>
          <a:p>
            <a:pPr marL="0" indent="0">
              <a:buClrTx/>
              <a:buSzTx/>
              <a:buNone/>
              <a:defRPr sz="2400"/>
            </a:pP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itle Text"/>
          <p:cNvSpPr txBox="1"/>
          <p:nvPr>
            <p:ph type="title"/>
          </p:nvPr>
        </p:nvSpPr>
        <p:spPr>
          <a:xfrm>
            <a:off x="677333" y="609600"/>
            <a:ext cx="8596670" cy="13208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8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Text"/>
          <p:cNvSpPr txBox="1"/>
          <p:nvPr>
            <p:ph type="title"/>
          </p:nvPr>
        </p:nvSpPr>
        <p:spPr>
          <a:xfrm>
            <a:off x="677333" y="1498603"/>
            <a:ext cx="3854529" cy="1278467"/>
          </a:xfrm>
          <a:prstGeom prst="rect">
            <a:avLst/>
          </a:prstGeom>
        </p:spPr>
        <p:txBody>
          <a:bodyPr anchor="b"/>
          <a:lstStyle>
            <a:lvl1pPr>
              <a:defRPr sz="2000"/>
            </a:lvl1pPr>
          </a:lstStyle>
          <a:p>
            <a:pPr/>
            <a:r>
              <a:t>Title Text</a:t>
            </a:r>
          </a:p>
        </p:txBody>
      </p:sp>
      <p:sp>
        <p:nvSpPr>
          <p:cNvPr id="95" name="Body Level One…"/>
          <p:cNvSpPr txBox="1"/>
          <p:nvPr>
            <p:ph type="body" sz="half" idx="1"/>
          </p:nvPr>
        </p:nvSpPr>
        <p:spPr>
          <a:xfrm>
            <a:off x="4760460" y="514923"/>
            <a:ext cx="4513543" cy="5526439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6" name="Text Placeholder 3"/>
          <p:cNvSpPr/>
          <p:nvPr>
            <p:ph type="body" sz="quarter" idx="21"/>
          </p:nvPr>
        </p:nvSpPr>
        <p:spPr>
          <a:xfrm>
            <a:off x="677334" y="2777069"/>
            <a:ext cx="3854528" cy="2584450"/>
          </a:xfrm>
          <a:prstGeom prst="rect">
            <a:avLst/>
          </a:prstGeom>
        </p:spPr>
        <p:txBody>
          <a:bodyPr/>
          <a:lstStyle/>
          <a:p>
            <a:pPr marL="0" indent="0">
              <a:buClrTx/>
              <a:buSzTx/>
              <a:buNone/>
              <a:defRPr sz="1400"/>
            </a:pPr>
          </a:p>
        </p:txBody>
      </p:sp>
      <p:sp>
        <p:nvSpPr>
          <p:cNvPr id="9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 Text"/>
          <p:cNvSpPr txBox="1"/>
          <p:nvPr>
            <p:ph type="title"/>
          </p:nvPr>
        </p:nvSpPr>
        <p:spPr>
          <a:xfrm>
            <a:off x="677333" y="4800600"/>
            <a:ext cx="8596668" cy="566738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pPr/>
            <a:r>
              <a:t>Title Text</a:t>
            </a:r>
          </a:p>
        </p:txBody>
      </p:sp>
      <p:sp>
        <p:nvSpPr>
          <p:cNvPr id="105" name="Picture Placeholder 2"/>
          <p:cNvSpPr/>
          <p:nvPr>
            <p:ph type="pic" sz="half" idx="21"/>
          </p:nvPr>
        </p:nvSpPr>
        <p:spPr>
          <a:xfrm>
            <a:off x="677333" y="609600"/>
            <a:ext cx="8596670" cy="384571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06" name="Body Level One…"/>
          <p:cNvSpPr txBox="1"/>
          <p:nvPr>
            <p:ph type="body" sz="quarter" idx="1"/>
          </p:nvPr>
        </p:nvSpPr>
        <p:spPr>
          <a:xfrm>
            <a:off x="677333" y="5367337"/>
            <a:ext cx="8596668" cy="674025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 sz="1200"/>
            </a:lvl1pPr>
            <a:lvl2pPr marL="0" indent="457200">
              <a:buClrTx/>
              <a:buSzTx/>
              <a:buNone/>
              <a:defRPr sz="1200"/>
            </a:lvl2pPr>
            <a:lvl3pPr marL="0" indent="914400">
              <a:buClrTx/>
              <a:buSzTx/>
              <a:buNone/>
              <a:defRPr sz="1200"/>
            </a:lvl3pPr>
            <a:lvl4pPr marL="0" indent="1371600">
              <a:buClrTx/>
              <a:buSzTx/>
              <a:buNone/>
              <a:defRPr sz="1200"/>
            </a:lvl4pPr>
            <a:lvl5pPr marL="0" indent="1828800">
              <a:buClrTx/>
              <a:buSzTx/>
              <a:buNone/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 Text"/>
          <p:cNvSpPr txBox="1"/>
          <p:nvPr>
            <p:ph type="title"/>
          </p:nvPr>
        </p:nvSpPr>
        <p:spPr>
          <a:xfrm>
            <a:off x="677335" y="609600"/>
            <a:ext cx="8596669" cy="3403600"/>
          </a:xfrm>
          <a:prstGeom prst="rect">
            <a:avLst/>
          </a:prstGeom>
        </p:spPr>
        <p:txBody>
          <a:bodyPr anchor="ctr"/>
          <a:lstStyle>
            <a:lvl1pPr>
              <a:defRPr sz="4400"/>
            </a:lvl1pPr>
          </a:lstStyle>
          <a:p>
            <a:pPr/>
            <a:r>
              <a:t>Title Text</a:t>
            </a:r>
          </a:p>
        </p:txBody>
      </p:sp>
      <p:sp>
        <p:nvSpPr>
          <p:cNvPr id="115" name="Body Level One…"/>
          <p:cNvSpPr txBox="1"/>
          <p:nvPr>
            <p:ph type="body" sz="quarter" idx="1"/>
          </p:nvPr>
        </p:nvSpPr>
        <p:spPr>
          <a:xfrm>
            <a:off x="677335" y="4470400"/>
            <a:ext cx="8596669" cy="1570962"/>
          </a:xfrm>
          <a:prstGeom prst="rect">
            <a:avLst/>
          </a:prstGeom>
        </p:spPr>
        <p:txBody>
          <a:bodyPr anchor="ctr"/>
          <a:lstStyle>
            <a:lvl1pPr marL="0" indent="0">
              <a:buClrTx/>
              <a:buSzTx/>
              <a:buNone/>
            </a:lvl1pPr>
            <a:lvl2pPr marL="0" indent="457200">
              <a:buClrTx/>
              <a:buSzTx/>
              <a:buNone/>
            </a:lvl2pPr>
            <a:lvl3pPr marL="0" indent="914400">
              <a:buClrTx/>
              <a:buSzTx/>
              <a:buNone/>
            </a:lvl3pPr>
            <a:lvl4pPr marL="0" indent="1371600">
              <a:buClrTx/>
              <a:buSzTx/>
              <a:buNone/>
            </a:lvl4pPr>
            <a:lvl5pPr marL="0" indent="1828800">
              <a:buClrTx/>
              <a:buSz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itle Text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</p:spPr>
        <p:txBody>
          <a:bodyPr anchor="ctr"/>
          <a:lstStyle>
            <a:lvl1pPr>
              <a:defRPr sz="4400"/>
            </a:lvl1pPr>
          </a:lstStyle>
          <a:p>
            <a:pPr/>
            <a:r>
              <a:t>Title Text</a:t>
            </a:r>
          </a:p>
        </p:txBody>
      </p:sp>
      <p:sp>
        <p:nvSpPr>
          <p:cNvPr id="124" name="Body Level One…"/>
          <p:cNvSpPr txBox="1"/>
          <p:nvPr>
            <p:ph type="body" sz="quarter" idx="1"/>
          </p:nvPr>
        </p:nvSpPr>
        <p:spPr>
          <a:xfrm>
            <a:off x="1366138" y="3632200"/>
            <a:ext cx="7224526" cy="381000"/>
          </a:xfrm>
          <a:prstGeom prst="rect">
            <a:avLst/>
          </a:prstGeom>
        </p:spPr>
        <p:txBody>
          <a:bodyPr anchor="ctr"/>
          <a:lstStyle>
            <a:lvl1pPr marL="0" indent="0">
              <a:buClrTx/>
              <a:buSzTx/>
              <a:buNone/>
              <a:defRPr sz="1600">
                <a:solidFill>
                  <a:srgbClr val="808080"/>
                </a:solidFill>
              </a:defRPr>
            </a:lvl1pPr>
            <a:lvl2pPr marL="0" indent="457200">
              <a:buClrTx/>
              <a:buSzTx/>
              <a:buNone/>
              <a:defRPr sz="1600">
                <a:solidFill>
                  <a:srgbClr val="808080"/>
                </a:solidFill>
              </a:defRPr>
            </a:lvl2pPr>
            <a:lvl3pPr marL="0" indent="914400">
              <a:buClrTx/>
              <a:buSzTx/>
              <a:buNone/>
              <a:defRPr sz="1600">
                <a:solidFill>
                  <a:srgbClr val="808080"/>
                </a:solidFill>
              </a:defRPr>
            </a:lvl3pPr>
            <a:lvl4pPr marL="0" indent="1371600">
              <a:buClrTx/>
              <a:buSzTx/>
              <a:buNone/>
              <a:defRPr sz="1600">
                <a:solidFill>
                  <a:srgbClr val="808080"/>
                </a:solidFill>
              </a:defRPr>
            </a:lvl4pPr>
            <a:lvl5pPr marL="0" indent="1828800">
              <a:buClrTx/>
              <a:buSzTx/>
              <a:buNone/>
              <a:defRPr sz="1600">
                <a:solidFill>
                  <a:srgbClr val="80808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5" name="Text Placeholder 2"/>
          <p:cNvSpPr/>
          <p:nvPr>
            <p:ph type="body" sz="quarter" idx="21"/>
          </p:nvPr>
        </p:nvSpPr>
        <p:spPr>
          <a:xfrm>
            <a:off x="677334" y="4470400"/>
            <a:ext cx="8596670" cy="1570963"/>
          </a:xfrm>
          <a:prstGeom prst="rect">
            <a:avLst/>
          </a:prstGeom>
        </p:spPr>
        <p:txBody>
          <a:bodyPr anchor="ctr"/>
          <a:lstStyle/>
          <a:p>
            <a:pPr marL="0" indent="0">
              <a:buClrTx/>
              <a:buSzTx/>
              <a:buNone/>
            </a:pPr>
          </a:p>
        </p:txBody>
      </p:sp>
      <p:sp>
        <p:nvSpPr>
          <p:cNvPr id="126" name="TextBox 19"/>
          <p:cNvSpPr txBox="1"/>
          <p:nvPr/>
        </p:nvSpPr>
        <p:spPr>
          <a:xfrm>
            <a:off x="587589" y="469465"/>
            <a:ext cx="518161" cy="1226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0">
                <a:solidFill>
                  <a:srgbClr val="C0E47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“</a:t>
            </a:r>
          </a:p>
        </p:txBody>
      </p:sp>
      <p:sp>
        <p:nvSpPr>
          <p:cNvPr id="127" name="TextBox 21"/>
          <p:cNvSpPr txBox="1"/>
          <p:nvPr/>
        </p:nvSpPr>
        <p:spPr>
          <a:xfrm>
            <a:off x="8938730" y="2565643"/>
            <a:ext cx="518161" cy="1226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0">
                <a:solidFill>
                  <a:srgbClr val="C0E47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”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itle Text"/>
          <p:cNvSpPr txBox="1"/>
          <p:nvPr>
            <p:ph type="title"/>
          </p:nvPr>
        </p:nvSpPr>
        <p:spPr>
          <a:xfrm>
            <a:off x="677335" y="1931988"/>
            <a:ext cx="8596669" cy="2595461"/>
          </a:xfrm>
          <a:prstGeom prst="rect">
            <a:avLst/>
          </a:prstGeom>
        </p:spPr>
        <p:txBody>
          <a:bodyPr anchor="b"/>
          <a:lstStyle>
            <a:lvl1pPr>
              <a:defRPr sz="4400"/>
            </a:lvl1pPr>
          </a:lstStyle>
          <a:p>
            <a:pPr/>
            <a:r>
              <a:t>Title Text</a:t>
            </a:r>
          </a:p>
        </p:txBody>
      </p:sp>
      <p:sp>
        <p:nvSpPr>
          <p:cNvPr id="136" name="Body Level One…"/>
          <p:cNvSpPr txBox="1"/>
          <p:nvPr>
            <p:ph type="body" sz="quarter" idx="1"/>
          </p:nvPr>
        </p:nvSpPr>
        <p:spPr>
          <a:xfrm>
            <a:off x="677335" y="4527448"/>
            <a:ext cx="8596669" cy="1513915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</a:lvl1pPr>
            <a:lvl2pPr marL="0" indent="457200">
              <a:buClrTx/>
              <a:buSzTx/>
              <a:buNone/>
            </a:lvl2pPr>
            <a:lvl3pPr marL="0" indent="914400">
              <a:buClrTx/>
              <a:buSzTx/>
              <a:buNone/>
            </a:lvl3pPr>
            <a:lvl4pPr marL="0" indent="1371600">
              <a:buClrTx/>
              <a:buSzTx/>
              <a:buNone/>
            </a:lvl4pPr>
            <a:lvl5pPr marL="0" indent="1828800">
              <a:buClrTx/>
              <a:buSzTx/>
              <a:buNone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itle Text"/>
          <p:cNvSpPr txBox="1"/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</p:spPr>
        <p:txBody>
          <a:bodyPr anchor="ctr"/>
          <a:lstStyle>
            <a:lvl1pPr>
              <a:defRPr sz="4400"/>
            </a:lvl1pPr>
          </a:lstStyle>
          <a:p>
            <a:pPr/>
            <a:r>
              <a:t>Title Text</a:t>
            </a:r>
          </a:p>
        </p:txBody>
      </p:sp>
      <p:sp>
        <p:nvSpPr>
          <p:cNvPr id="145" name="Body Level One…"/>
          <p:cNvSpPr txBox="1"/>
          <p:nvPr>
            <p:ph type="body" sz="quarter" idx="1"/>
          </p:nvPr>
        </p:nvSpPr>
        <p:spPr>
          <a:xfrm>
            <a:off x="677332" y="4013200"/>
            <a:ext cx="8596670" cy="514249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SzTx/>
              <a:buNone/>
              <a:defRPr sz="2400"/>
            </a:lvl1pPr>
            <a:lvl2pPr marL="0" indent="457200">
              <a:buClrTx/>
              <a:buSzTx/>
              <a:buNone/>
              <a:defRPr sz="2400"/>
            </a:lvl2pPr>
            <a:lvl3pPr marL="0" indent="914400">
              <a:buClrTx/>
              <a:buSzTx/>
              <a:buNone/>
              <a:defRPr sz="2400"/>
            </a:lvl3pPr>
            <a:lvl4pPr marL="0" indent="1371600">
              <a:buClrTx/>
              <a:buSzTx/>
              <a:buNone/>
              <a:defRPr sz="2400"/>
            </a:lvl4pPr>
            <a:lvl5pPr marL="0" indent="1828800">
              <a:buClrTx/>
              <a:buSz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6" name="Text Placeholder 2"/>
          <p:cNvSpPr/>
          <p:nvPr>
            <p:ph type="body" sz="quarter" idx="21"/>
          </p:nvPr>
        </p:nvSpPr>
        <p:spPr>
          <a:xfrm>
            <a:off x="677334" y="4527448"/>
            <a:ext cx="8596670" cy="1513915"/>
          </a:xfrm>
          <a:prstGeom prst="rect">
            <a:avLst/>
          </a:prstGeom>
        </p:spPr>
        <p:txBody>
          <a:bodyPr/>
          <a:lstStyle/>
          <a:p>
            <a:pPr marL="0" indent="0">
              <a:buClrTx/>
              <a:buSzTx/>
              <a:buNone/>
              <a:defRPr>
                <a:solidFill>
                  <a:srgbClr val="808080"/>
                </a:solidFill>
              </a:defRPr>
            </a:pPr>
          </a:p>
        </p:txBody>
      </p:sp>
      <p:sp>
        <p:nvSpPr>
          <p:cNvPr id="147" name="TextBox 23"/>
          <p:cNvSpPr txBox="1"/>
          <p:nvPr/>
        </p:nvSpPr>
        <p:spPr>
          <a:xfrm>
            <a:off x="587589" y="469465"/>
            <a:ext cx="518161" cy="1226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0">
                <a:solidFill>
                  <a:srgbClr val="C0E47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“</a:t>
            </a:r>
          </a:p>
        </p:txBody>
      </p:sp>
      <p:sp>
        <p:nvSpPr>
          <p:cNvPr id="148" name="TextBox 24"/>
          <p:cNvSpPr txBox="1"/>
          <p:nvPr/>
        </p:nvSpPr>
        <p:spPr>
          <a:xfrm>
            <a:off x="8938730" y="2565643"/>
            <a:ext cx="518161" cy="1226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0">
                <a:solidFill>
                  <a:srgbClr val="C0E47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”</a:t>
            </a:r>
          </a:p>
        </p:txBody>
      </p:sp>
      <p:sp>
        <p:nvSpPr>
          <p:cNvPr id="1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itle Text"/>
          <p:cNvSpPr txBox="1"/>
          <p:nvPr>
            <p:ph type="title"/>
          </p:nvPr>
        </p:nvSpPr>
        <p:spPr>
          <a:xfrm>
            <a:off x="685798" y="609600"/>
            <a:ext cx="8588204" cy="3022600"/>
          </a:xfrm>
          <a:prstGeom prst="rect">
            <a:avLst/>
          </a:prstGeom>
        </p:spPr>
        <p:txBody>
          <a:bodyPr anchor="ctr"/>
          <a:lstStyle>
            <a:lvl1pPr>
              <a:defRPr sz="4400"/>
            </a:lvl1pPr>
          </a:lstStyle>
          <a:p>
            <a:pPr/>
            <a:r>
              <a:t>Title Text</a:t>
            </a:r>
          </a:p>
        </p:txBody>
      </p:sp>
      <p:sp>
        <p:nvSpPr>
          <p:cNvPr id="157" name="Body Level One…"/>
          <p:cNvSpPr txBox="1"/>
          <p:nvPr>
            <p:ph type="body" sz="quarter" idx="1"/>
          </p:nvPr>
        </p:nvSpPr>
        <p:spPr>
          <a:xfrm>
            <a:off x="677332" y="4013200"/>
            <a:ext cx="8596670" cy="514249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SzTx/>
              <a:buNone/>
              <a:defRPr sz="2400">
                <a:solidFill>
                  <a:schemeClr val="accent1"/>
                </a:solidFill>
              </a:defRPr>
            </a:lvl1pPr>
            <a:lvl2pPr marL="0" indent="457200">
              <a:buClrTx/>
              <a:buSzTx/>
              <a:buNone/>
              <a:defRPr sz="2400">
                <a:solidFill>
                  <a:schemeClr val="accent1"/>
                </a:solidFill>
              </a:defRPr>
            </a:lvl2pPr>
            <a:lvl3pPr marL="0" indent="914400">
              <a:buClrTx/>
              <a:buSzTx/>
              <a:buNone/>
              <a:defRPr sz="2400">
                <a:solidFill>
                  <a:schemeClr val="accent1"/>
                </a:solidFill>
              </a:defRPr>
            </a:lvl3pPr>
            <a:lvl4pPr marL="0" indent="1371600">
              <a:buClrTx/>
              <a:buSzTx/>
              <a:buNone/>
              <a:defRPr sz="2400">
                <a:solidFill>
                  <a:schemeClr val="accent1"/>
                </a:solidFill>
              </a:defRPr>
            </a:lvl4pPr>
            <a:lvl5pPr marL="0" indent="1828800">
              <a:buClrTx/>
              <a:buSzTx/>
              <a:buNone/>
              <a:defRPr sz="2400">
                <a:solidFill>
                  <a:schemeClr val="accent1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8" name="Text Placeholder 2"/>
          <p:cNvSpPr/>
          <p:nvPr>
            <p:ph type="body" sz="quarter" idx="21"/>
          </p:nvPr>
        </p:nvSpPr>
        <p:spPr>
          <a:xfrm>
            <a:off x="677334" y="4527448"/>
            <a:ext cx="8596670" cy="1513915"/>
          </a:xfrm>
          <a:prstGeom prst="rect">
            <a:avLst/>
          </a:prstGeom>
        </p:spPr>
        <p:txBody>
          <a:bodyPr/>
          <a:lstStyle/>
          <a:p>
            <a:pPr marL="0" indent="0">
              <a:buClrTx/>
              <a:buSzTx/>
              <a:buNone/>
              <a:defRPr>
                <a:solidFill>
                  <a:srgbClr val="808080"/>
                </a:solidFill>
              </a:defRPr>
            </a:pPr>
          </a:p>
        </p:txBody>
      </p:sp>
      <p:sp>
        <p:nvSpPr>
          <p:cNvPr id="15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6"/>
          <p:cNvGrpSpPr/>
          <p:nvPr/>
        </p:nvGrpSpPr>
        <p:grpSpPr>
          <a:xfrm>
            <a:off x="-1" y="-8467"/>
            <a:ext cx="12192001" cy="6866468"/>
            <a:chOff x="0" y="0"/>
            <a:chExt cx="12192000" cy="6866467"/>
          </a:xfrm>
        </p:grpSpPr>
        <p:sp>
          <p:nvSpPr>
            <p:cNvPr id="2" name="Straight Connector 19"/>
            <p:cNvSpPr/>
            <p:nvPr/>
          </p:nvSpPr>
          <p:spPr>
            <a:xfrm>
              <a:off x="9371012" y="8466"/>
              <a:ext cx="1219201" cy="6858002"/>
            </a:xfrm>
            <a:prstGeom prst="line">
              <a:avLst/>
            </a:prstGeom>
            <a:noFill/>
            <a:ln w="9525" cap="rnd">
              <a:solidFill>
                <a:srgbClr val="BFBFB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" name="Straight Connector 20"/>
            <p:cNvSpPr/>
            <p:nvPr/>
          </p:nvSpPr>
          <p:spPr>
            <a:xfrm flipH="1">
              <a:off x="7425266" y="3689880"/>
              <a:ext cx="4763559" cy="3176587"/>
            </a:xfrm>
            <a:prstGeom prst="line">
              <a:avLst/>
            </a:prstGeom>
            <a:noFill/>
            <a:ln w="9525" cap="rnd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" name="Rectangle 23"/>
            <p:cNvSpPr/>
            <p:nvPr/>
          </p:nvSpPr>
          <p:spPr>
            <a:xfrm>
              <a:off x="9181476" y="0"/>
              <a:ext cx="3007349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692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469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" name="Rectangle 25"/>
            <p:cNvSpPr/>
            <p:nvPr/>
          </p:nvSpPr>
          <p:spPr>
            <a:xfrm>
              <a:off x="9603441" y="0"/>
              <a:ext cx="2588559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0092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" name="Isosceles Triangle 23"/>
            <p:cNvSpPr/>
            <p:nvPr/>
          </p:nvSpPr>
          <p:spPr>
            <a:xfrm>
              <a:off x="8932333" y="3056466"/>
              <a:ext cx="3259667" cy="3810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" name="Rectangle 27"/>
            <p:cNvSpPr/>
            <p:nvPr/>
          </p:nvSpPr>
          <p:spPr>
            <a:xfrm>
              <a:off x="9334500" y="0"/>
              <a:ext cx="2854326" cy="68664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8697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9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" name="Rectangle 28"/>
            <p:cNvSpPr/>
            <p:nvPr/>
          </p:nvSpPr>
          <p:spPr>
            <a:xfrm>
              <a:off x="10898730" y="0"/>
              <a:ext cx="1290095" cy="6866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073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17073" y="0"/>
                  </a:lnTo>
                  <a:close/>
                </a:path>
              </a:pathLst>
            </a:custGeom>
            <a:solidFill>
              <a:srgbClr val="C0E474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" name="Rectangle 29"/>
            <p:cNvSpPr/>
            <p:nvPr/>
          </p:nvSpPr>
          <p:spPr>
            <a:xfrm>
              <a:off x="10938998" y="0"/>
              <a:ext cx="1249826" cy="6866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9173" y="2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999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" name="Isosceles Triangle 27"/>
            <p:cNvSpPr/>
            <p:nvPr/>
          </p:nvSpPr>
          <p:spPr>
            <a:xfrm>
              <a:off x="10371666" y="3598333"/>
              <a:ext cx="1817160" cy="32681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2160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" name="Isosceles Triangle 28"/>
            <p:cNvSpPr/>
            <p:nvPr/>
          </p:nvSpPr>
          <p:spPr>
            <a:xfrm>
              <a:off x="-1" y="4021666"/>
              <a:ext cx="448734" cy="28448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0" y="0"/>
                  </a:lnTo>
                  <a:lnTo>
                    <a:pt x="21600" y="21600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3" name="Title Text"/>
          <p:cNvSpPr txBox="1"/>
          <p:nvPr>
            <p:ph type="title"/>
          </p:nvPr>
        </p:nvSpPr>
        <p:spPr>
          <a:xfrm>
            <a:off x="609600" y="274637"/>
            <a:ext cx="109728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14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Slide Number"/>
          <p:cNvSpPr txBox="1"/>
          <p:nvPr>
            <p:ph type="sldNum" sz="quarter" idx="2"/>
          </p:nvPr>
        </p:nvSpPr>
        <p:spPr>
          <a:xfrm>
            <a:off x="9049981" y="6114704"/>
            <a:ext cx="224022" cy="2184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transition xmlns:p14="http://schemas.microsoft.com/office/powerpoint/2010/main" spd="med" advClick="1"/>
  <p:txStyles>
    <p:titleStyle>
      <a:lvl1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accent1"/>
          </a:solidFill>
          <a:uFillTx/>
          <a:latin typeface="+mj-lt"/>
          <a:ea typeface="+mj-ea"/>
          <a:cs typeface="+mj-cs"/>
          <a:sym typeface="Trebuchet MS"/>
        </a:defRPr>
      </a:lvl1pPr>
      <a:lvl2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accent1"/>
          </a:solidFill>
          <a:uFillTx/>
          <a:latin typeface="+mj-lt"/>
          <a:ea typeface="+mj-ea"/>
          <a:cs typeface="+mj-cs"/>
          <a:sym typeface="Trebuchet MS"/>
        </a:defRPr>
      </a:lvl2pPr>
      <a:lvl3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accent1"/>
          </a:solidFill>
          <a:uFillTx/>
          <a:latin typeface="+mj-lt"/>
          <a:ea typeface="+mj-ea"/>
          <a:cs typeface="+mj-cs"/>
          <a:sym typeface="Trebuchet MS"/>
        </a:defRPr>
      </a:lvl3pPr>
      <a:lvl4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accent1"/>
          </a:solidFill>
          <a:uFillTx/>
          <a:latin typeface="+mj-lt"/>
          <a:ea typeface="+mj-ea"/>
          <a:cs typeface="+mj-cs"/>
          <a:sym typeface="Trebuchet MS"/>
        </a:defRPr>
      </a:lvl4pPr>
      <a:lvl5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accent1"/>
          </a:solidFill>
          <a:uFillTx/>
          <a:latin typeface="+mj-lt"/>
          <a:ea typeface="+mj-ea"/>
          <a:cs typeface="+mj-cs"/>
          <a:sym typeface="Trebuchet MS"/>
        </a:defRPr>
      </a:lvl5pPr>
      <a:lvl6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accent1"/>
          </a:solidFill>
          <a:uFillTx/>
          <a:latin typeface="+mj-lt"/>
          <a:ea typeface="+mj-ea"/>
          <a:cs typeface="+mj-cs"/>
          <a:sym typeface="Trebuchet MS"/>
        </a:defRPr>
      </a:lvl6pPr>
      <a:lvl7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accent1"/>
          </a:solidFill>
          <a:uFillTx/>
          <a:latin typeface="+mj-lt"/>
          <a:ea typeface="+mj-ea"/>
          <a:cs typeface="+mj-cs"/>
          <a:sym typeface="Trebuchet MS"/>
        </a:defRPr>
      </a:lvl7pPr>
      <a:lvl8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accent1"/>
          </a:solidFill>
          <a:uFillTx/>
          <a:latin typeface="+mj-lt"/>
          <a:ea typeface="+mj-ea"/>
          <a:cs typeface="+mj-cs"/>
          <a:sym typeface="Trebuchet MS"/>
        </a:defRPr>
      </a:lvl8pPr>
      <a:lvl9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chemeClr val="accent1"/>
          </a:solidFill>
          <a:uFillTx/>
          <a:latin typeface="+mj-lt"/>
          <a:ea typeface="+mj-ea"/>
          <a:cs typeface="+mj-cs"/>
          <a:sym typeface="Trebuchet MS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80000"/>
        <a:buFontTx/>
        <a:buChar char=""/>
        <a:tabLst/>
        <a:defRPr b="0" baseline="0" cap="none" i="0" spc="0" strike="noStrike" sz="1800" u="none">
          <a:solidFill>
            <a:srgbClr val="404040"/>
          </a:solidFill>
          <a:uFillTx/>
          <a:latin typeface="+mj-lt"/>
          <a:ea typeface="+mj-ea"/>
          <a:cs typeface="+mj-cs"/>
          <a:sym typeface="Trebuchet MS"/>
        </a:defRPr>
      </a:lvl1pPr>
      <a:lvl2pPr marL="778668" marR="0" indent="-321468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80000"/>
        <a:buFontTx/>
        <a:buChar char=""/>
        <a:tabLst/>
        <a:defRPr b="0" baseline="0" cap="none" i="0" spc="0" strike="noStrike" sz="1800" u="none">
          <a:solidFill>
            <a:srgbClr val="404040"/>
          </a:solidFill>
          <a:uFillTx/>
          <a:latin typeface="+mj-lt"/>
          <a:ea typeface="+mj-ea"/>
          <a:cs typeface="+mj-cs"/>
          <a:sym typeface="Trebuchet MS"/>
        </a:defRPr>
      </a:lvl2pPr>
      <a:lvl3pPr marL="1208314" marR="0" indent="-293914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80000"/>
        <a:buFontTx/>
        <a:buChar char=""/>
        <a:tabLst/>
        <a:defRPr b="0" baseline="0" cap="none" i="0" spc="0" strike="noStrike" sz="1800" u="none">
          <a:solidFill>
            <a:srgbClr val="404040"/>
          </a:solidFill>
          <a:uFillTx/>
          <a:latin typeface="+mj-lt"/>
          <a:ea typeface="+mj-ea"/>
          <a:cs typeface="+mj-cs"/>
          <a:sym typeface="Trebuchet MS"/>
        </a:defRPr>
      </a:lvl3pPr>
      <a:lvl4pPr marL="17145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80000"/>
        <a:buFontTx/>
        <a:buChar char=""/>
        <a:tabLst/>
        <a:defRPr b="0" baseline="0" cap="none" i="0" spc="0" strike="noStrike" sz="1800" u="none">
          <a:solidFill>
            <a:srgbClr val="404040"/>
          </a:solidFill>
          <a:uFillTx/>
          <a:latin typeface="+mj-lt"/>
          <a:ea typeface="+mj-ea"/>
          <a:cs typeface="+mj-cs"/>
          <a:sym typeface="Trebuchet MS"/>
        </a:defRPr>
      </a:lvl4pPr>
      <a:lvl5pPr marL="21717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80000"/>
        <a:buFontTx/>
        <a:buChar char=""/>
        <a:tabLst/>
        <a:defRPr b="0" baseline="0" cap="none" i="0" spc="0" strike="noStrike" sz="1800" u="none">
          <a:solidFill>
            <a:srgbClr val="404040"/>
          </a:solidFill>
          <a:uFillTx/>
          <a:latin typeface="+mj-lt"/>
          <a:ea typeface="+mj-ea"/>
          <a:cs typeface="+mj-cs"/>
          <a:sym typeface="Trebuchet MS"/>
        </a:defRPr>
      </a:lvl5pPr>
      <a:lvl6pPr marL="26289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80000"/>
        <a:buFontTx/>
        <a:buChar char=""/>
        <a:tabLst/>
        <a:defRPr b="0" baseline="0" cap="none" i="0" spc="0" strike="noStrike" sz="1800" u="none">
          <a:solidFill>
            <a:srgbClr val="404040"/>
          </a:solidFill>
          <a:uFillTx/>
          <a:latin typeface="+mj-lt"/>
          <a:ea typeface="+mj-ea"/>
          <a:cs typeface="+mj-cs"/>
          <a:sym typeface="Trebuchet MS"/>
        </a:defRPr>
      </a:lvl6pPr>
      <a:lvl7pPr marL="30861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80000"/>
        <a:buFontTx/>
        <a:buChar char=""/>
        <a:tabLst/>
        <a:defRPr b="0" baseline="0" cap="none" i="0" spc="0" strike="noStrike" sz="1800" u="none">
          <a:solidFill>
            <a:srgbClr val="404040"/>
          </a:solidFill>
          <a:uFillTx/>
          <a:latin typeface="+mj-lt"/>
          <a:ea typeface="+mj-ea"/>
          <a:cs typeface="+mj-cs"/>
          <a:sym typeface="Trebuchet MS"/>
        </a:defRPr>
      </a:lvl7pPr>
      <a:lvl8pPr marL="35433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80000"/>
        <a:buFontTx/>
        <a:buChar char=""/>
        <a:tabLst/>
        <a:defRPr b="0" baseline="0" cap="none" i="0" spc="0" strike="noStrike" sz="1800" u="none">
          <a:solidFill>
            <a:srgbClr val="404040"/>
          </a:solidFill>
          <a:uFillTx/>
          <a:latin typeface="+mj-lt"/>
          <a:ea typeface="+mj-ea"/>
          <a:cs typeface="+mj-cs"/>
          <a:sym typeface="Trebuchet MS"/>
        </a:defRPr>
      </a:lvl8pPr>
      <a:lvl9pPr marL="40005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80000"/>
        <a:buFontTx/>
        <a:buChar char=""/>
        <a:tabLst/>
        <a:defRPr b="0" baseline="0" cap="none" i="0" spc="0" strike="noStrike" sz="1800" u="none">
          <a:solidFill>
            <a:srgbClr val="404040"/>
          </a:solidFill>
          <a:uFillTx/>
          <a:latin typeface="+mj-lt"/>
          <a:ea typeface="+mj-ea"/>
          <a:cs typeface="+mj-cs"/>
          <a:sym typeface="Trebuchet MS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Trebuchet M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itle 1"/>
          <p:cNvSpPr txBox="1"/>
          <p:nvPr>
            <p:ph type="ctrTitle"/>
          </p:nvPr>
        </p:nvSpPr>
        <p:spPr>
          <a:xfrm>
            <a:off x="1507067" y="770943"/>
            <a:ext cx="8263657" cy="1646303"/>
          </a:xfrm>
          <a:prstGeom prst="rect">
            <a:avLst/>
          </a:prstGeom>
        </p:spPr>
        <p:txBody>
          <a:bodyPr/>
          <a:lstStyle>
            <a:lvl1pPr algn="l" defTabSz="443484">
              <a:defRPr sz="5238"/>
            </a:lvl1pPr>
          </a:lstStyle>
          <a:p>
            <a:pPr/>
            <a:r>
              <a:t>Logistics Optimization for Delivery Routes – DHL</a:t>
            </a:r>
          </a:p>
        </p:txBody>
      </p:sp>
      <p:sp>
        <p:nvSpPr>
          <p:cNvPr id="169" name="Subtitle 2"/>
          <p:cNvSpPr txBox="1"/>
          <p:nvPr>
            <p:ph type="subTitle" sz="quarter" idx="1"/>
          </p:nvPr>
        </p:nvSpPr>
        <p:spPr>
          <a:xfrm>
            <a:off x="1507067" y="2471430"/>
            <a:ext cx="7766937" cy="1096900"/>
          </a:xfrm>
          <a:prstGeom prst="rect">
            <a:avLst/>
          </a:prstGeom>
        </p:spPr>
        <p:txBody>
          <a:bodyPr/>
          <a:lstStyle/>
          <a:p>
            <a:pPr algn="l">
              <a:lnSpc>
                <a:spcPct val="90000"/>
              </a:lnSpc>
              <a:defRPr sz="1500"/>
            </a:pPr>
            <a:r>
              <a:t>Course Project | SQL Analytics</a:t>
            </a:r>
          </a:p>
          <a:p>
            <a:pPr algn="l">
              <a:lnSpc>
                <a:spcPct val="90000"/>
              </a:lnSpc>
              <a:defRPr sz="1500"/>
            </a:pPr>
            <a:r>
              <a:t>By: Abhishek Chakraborty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itle 1"/>
          <p:cNvSpPr txBox="1"/>
          <p:nvPr>
            <p:ph type="title"/>
          </p:nvPr>
        </p:nvSpPr>
        <p:spPr>
          <a:xfrm>
            <a:off x="677333" y="609600"/>
            <a:ext cx="8596670" cy="1320800"/>
          </a:xfrm>
          <a:prstGeom prst="rect">
            <a:avLst/>
          </a:prstGeom>
        </p:spPr>
        <p:txBody>
          <a:bodyPr/>
          <a:lstStyle/>
          <a:p>
            <a:pPr/>
            <a:r>
              <a:t>Project Overview</a:t>
            </a:r>
          </a:p>
        </p:txBody>
      </p:sp>
      <p:sp>
        <p:nvSpPr>
          <p:cNvPr id="172" name="Rectangle 2"/>
          <p:cNvSpPr txBox="1"/>
          <p:nvPr>
            <p:ph type="body" sz="half" idx="1"/>
          </p:nvPr>
        </p:nvSpPr>
        <p:spPr>
          <a:xfrm>
            <a:off x="677333" y="2048028"/>
            <a:ext cx="9309149" cy="2585324"/>
          </a:xfrm>
          <a:prstGeom prst="rect">
            <a:avLst/>
          </a:prstGeom>
        </p:spPr>
        <p:txBody>
          <a:bodyPr anchor="ctr"/>
          <a:lstStyle/>
          <a:p>
            <a:pPr marL="0" indent="0" defTabSz="914400">
              <a:spcBef>
                <a:spcPts val="0"/>
              </a:spcBef>
              <a:buSzTx/>
              <a:buFont typeface="Wingdings 3"/>
              <a:buNone/>
              <a:defRPr>
                <a:solidFill>
                  <a:srgbClr val="000000"/>
                </a:solidFill>
              </a:defRPr>
            </a:pPr>
            <a:r>
              <a:t>DHL operates a large global logistics network across air, ground, and last-mile delivery.</a:t>
            </a:r>
          </a:p>
          <a:p>
            <a:pPr marL="0" indent="0" defTabSz="914400">
              <a:spcBef>
                <a:spcPts val="0"/>
              </a:spcBef>
              <a:buSzTx/>
              <a:buFont typeface="Wingdings 3"/>
              <a:buNone/>
              <a:defRPr>
                <a:solidFill>
                  <a:srgbClr val="000000"/>
                </a:solidFill>
              </a:defRPr>
            </a:pPr>
          </a:p>
          <a:p>
            <a:pPr marL="0" indent="0" defTabSz="914400">
              <a:spcBef>
                <a:spcPts val="0"/>
              </a:spcBef>
              <a:buSzTx/>
              <a:buFont typeface="Wingdings 3"/>
              <a:buNone/>
              <a:defRPr>
                <a:solidFill>
                  <a:srgbClr val="000000"/>
                </a:solidFill>
              </a:defRPr>
            </a:pPr>
            <a:r>
              <a:t>Increasing e-commerce demand has led to:</a:t>
            </a:r>
          </a:p>
          <a:p>
            <a:pPr marL="0" indent="0" defTabSz="914400">
              <a:spcBef>
                <a:spcPts val="0"/>
              </a:spcBef>
              <a:buClrTx/>
              <a:buSzPct val="100000"/>
              <a:buChar char="•"/>
              <a:defRPr>
                <a:solidFill>
                  <a:srgbClr val="000000"/>
                </a:solidFill>
              </a:defRPr>
            </a:pPr>
            <a:r>
              <a:t>Delivery delays</a:t>
            </a:r>
          </a:p>
          <a:p>
            <a:pPr marL="0" indent="0" defTabSz="914400">
              <a:spcBef>
                <a:spcPts val="0"/>
              </a:spcBef>
              <a:buClrTx/>
              <a:buSzPct val="100000"/>
              <a:buChar char="•"/>
              <a:defRPr>
                <a:solidFill>
                  <a:srgbClr val="000000"/>
                </a:solidFill>
              </a:defRPr>
            </a:pPr>
            <a:r>
              <a:t>Route congestion</a:t>
            </a:r>
          </a:p>
          <a:p>
            <a:pPr marL="0" indent="0" defTabSz="914400">
              <a:spcBef>
                <a:spcPts val="0"/>
              </a:spcBef>
              <a:buClrTx/>
              <a:buSzPct val="100000"/>
              <a:buChar char="•"/>
              <a:defRPr>
                <a:solidFill>
                  <a:srgbClr val="000000"/>
                </a:solidFill>
              </a:defRPr>
            </a:pPr>
            <a:r>
              <a:t>Warehouse overload</a:t>
            </a:r>
          </a:p>
          <a:p>
            <a:pPr marL="0" indent="0" defTabSz="914400">
              <a:spcBef>
                <a:spcPts val="0"/>
              </a:spcBef>
              <a:buSzTx/>
              <a:buFont typeface="Wingdings 3"/>
              <a:buNone/>
              <a:defRPr>
                <a:solidFill>
                  <a:srgbClr val="000000"/>
                </a:solidFill>
              </a:defRPr>
            </a:pPr>
          </a:p>
          <a:p>
            <a:pPr marL="0" indent="0" defTabSz="914400">
              <a:spcBef>
                <a:spcPts val="0"/>
              </a:spcBef>
              <a:buSzTx/>
              <a:buFont typeface="Wingdings 3"/>
              <a:buNone/>
              <a:defRPr>
                <a:solidFill>
                  <a:srgbClr val="000000"/>
                </a:solidFill>
              </a:defRPr>
            </a:pPr>
            <a:r>
              <a:t>This project uses </a:t>
            </a:r>
            <a:r>
              <a:rPr b="1"/>
              <a:t>SQL-driven analytics</a:t>
            </a:r>
            <a:r>
              <a:t> to identify operational bottlenecks and optimize delivery performance.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itle 1"/>
          <p:cNvSpPr txBox="1"/>
          <p:nvPr>
            <p:ph type="title"/>
          </p:nvPr>
        </p:nvSpPr>
        <p:spPr>
          <a:xfrm>
            <a:off x="677333" y="609600"/>
            <a:ext cx="8596670" cy="1320800"/>
          </a:xfrm>
          <a:prstGeom prst="rect">
            <a:avLst/>
          </a:prstGeom>
        </p:spPr>
        <p:txBody>
          <a:bodyPr/>
          <a:lstStyle/>
          <a:p>
            <a:pPr/>
            <a:r>
              <a:t>PROJECT OBJECTIVES</a:t>
            </a:r>
          </a:p>
        </p:txBody>
      </p:sp>
      <p:sp>
        <p:nvSpPr>
          <p:cNvPr id="175" name="Rectangle 1"/>
          <p:cNvSpPr txBox="1"/>
          <p:nvPr>
            <p:ph type="body" sz="quarter" idx="1"/>
          </p:nvPr>
        </p:nvSpPr>
        <p:spPr>
          <a:xfrm>
            <a:off x="677333" y="3362311"/>
            <a:ext cx="6016776" cy="1477329"/>
          </a:xfrm>
          <a:prstGeom prst="rect">
            <a:avLst/>
          </a:prstGeom>
        </p:spPr>
        <p:txBody>
          <a:bodyPr anchor="ctr"/>
          <a:lstStyle/>
          <a:p>
            <a:pPr marL="0" indent="0" defTabSz="914400">
              <a:spcBef>
                <a:spcPts val="0"/>
              </a:spcBef>
              <a:buClrTx/>
              <a:buSzPct val="100000"/>
              <a:buChar char="•"/>
              <a:defRPr>
                <a:solidFill>
                  <a:srgbClr val="000000"/>
                </a:solidFill>
              </a:defRPr>
            </a:pPr>
            <a:r>
              <a:t>Identify delivery delay patterns</a:t>
            </a:r>
          </a:p>
          <a:p>
            <a:pPr marL="0" indent="0" defTabSz="914400">
              <a:spcBef>
                <a:spcPts val="0"/>
              </a:spcBef>
              <a:buClrTx/>
              <a:buSzPct val="100000"/>
              <a:buChar char="•"/>
              <a:defRPr>
                <a:solidFill>
                  <a:srgbClr val="000000"/>
                </a:solidFill>
              </a:defRPr>
            </a:pPr>
            <a:r>
              <a:t>Analyze route and hub efficiency</a:t>
            </a:r>
          </a:p>
          <a:p>
            <a:pPr marL="0" indent="0" defTabSz="914400">
              <a:spcBef>
                <a:spcPts val="0"/>
              </a:spcBef>
              <a:buClrTx/>
              <a:buSzPct val="100000"/>
              <a:buChar char="•"/>
              <a:defRPr>
                <a:solidFill>
                  <a:srgbClr val="000000"/>
                </a:solidFill>
              </a:defRPr>
            </a:pPr>
            <a:r>
              <a:t>Evaluate warehouse and delivery agent performance</a:t>
            </a:r>
          </a:p>
          <a:p>
            <a:pPr marL="0" indent="0" defTabSz="914400">
              <a:spcBef>
                <a:spcPts val="0"/>
              </a:spcBef>
              <a:buClrTx/>
              <a:buSzPct val="100000"/>
              <a:buChar char="•"/>
              <a:defRPr>
                <a:solidFill>
                  <a:srgbClr val="000000"/>
                </a:solidFill>
              </a:defRPr>
            </a:pPr>
            <a:r>
              <a:t>Improve on-time delivery percentage</a:t>
            </a:r>
          </a:p>
          <a:p>
            <a:pPr marL="0" indent="0" defTabSz="914400">
              <a:spcBef>
                <a:spcPts val="0"/>
              </a:spcBef>
              <a:buClrTx/>
              <a:buSzPct val="100000"/>
              <a:buChar char="•"/>
              <a:defRPr>
                <a:solidFill>
                  <a:srgbClr val="000000"/>
                </a:solidFill>
              </a:defRPr>
            </a:pPr>
            <a:r>
              <a:t>Provide data-driven business recommendations for DHL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itle 1"/>
          <p:cNvSpPr txBox="1"/>
          <p:nvPr>
            <p:ph type="title"/>
          </p:nvPr>
        </p:nvSpPr>
        <p:spPr>
          <a:xfrm>
            <a:off x="677333" y="609600"/>
            <a:ext cx="8596670" cy="1320800"/>
          </a:xfrm>
          <a:prstGeom prst="rect">
            <a:avLst/>
          </a:prstGeom>
        </p:spPr>
        <p:txBody>
          <a:bodyPr/>
          <a:lstStyle/>
          <a:p>
            <a:pPr/>
            <a:r>
              <a:t>DATASET OVERVIEW</a:t>
            </a:r>
          </a:p>
        </p:txBody>
      </p:sp>
      <p:sp>
        <p:nvSpPr>
          <p:cNvPr id="178" name="Content Placeholder 2"/>
          <p:cNvSpPr txBox="1"/>
          <p:nvPr>
            <p:ph type="body" sz="half" idx="1"/>
          </p:nvPr>
        </p:nvSpPr>
        <p:spPr>
          <a:xfrm>
            <a:off x="677333" y="2160589"/>
            <a:ext cx="8596670" cy="3880773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Tables Used:</a:t>
            </a:r>
          </a:p>
          <a:p>
            <a:pPr/>
            <a:r>
              <a:t>Orders – order and customer information</a:t>
            </a:r>
          </a:p>
          <a:p>
            <a:pPr/>
            <a:r>
              <a:t>Shipments – pickup, delivery, delay, and tracking details</a:t>
            </a:r>
          </a:p>
          <a:p>
            <a:pPr/>
            <a:r>
              <a:t>Routes – distance and expected transit times</a:t>
            </a:r>
          </a:p>
          <a:p>
            <a:pPr/>
            <a:r>
              <a:t>Warehouses – capacity and location data</a:t>
            </a:r>
          </a:p>
          <a:p>
            <a:pPr/>
            <a:r>
              <a:t>Delivery Agents – experience and performance metrics</a:t>
            </a:r>
          </a:p>
          <a:p>
            <a:pPr>
              <a:defRPr b="1"/>
            </a:pPr>
            <a:r>
              <a:t>Total Analysis Scope:</a:t>
            </a:r>
            <a:br/>
            <a:r>
              <a:rPr b="0"/>
              <a:t>End-to-end shipment lifecycle from order placement to delivery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itle 1"/>
          <p:cNvSpPr txBox="1"/>
          <p:nvPr>
            <p:ph type="title"/>
          </p:nvPr>
        </p:nvSpPr>
        <p:spPr>
          <a:xfrm>
            <a:off x="677333" y="609600"/>
            <a:ext cx="8596670" cy="1320800"/>
          </a:xfrm>
          <a:prstGeom prst="rect">
            <a:avLst/>
          </a:prstGeom>
        </p:spPr>
        <p:txBody>
          <a:bodyPr/>
          <a:lstStyle/>
          <a:p>
            <a:pPr/>
            <a:r>
              <a:t>DATA CLEANING &amp; PREPARATION (TASK 1)</a:t>
            </a:r>
          </a:p>
        </p:txBody>
      </p:sp>
      <p:sp>
        <p:nvSpPr>
          <p:cNvPr id="181" name="Rectangle 1"/>
          <p:cNvSpPr txBox="1"/>
          <p:nvPr>
            <p:ph type="body" sz="quarter" idx="1"/>
          </p:nvPr>
        </p:nvSpPr>
        <p:spPr>
          <a:xfrm>
            <a:off x="677333" y="2946815"/>
            <a:ext cx="7159333" cy="2308325"/>
          </a:xfrm>
          <a:prstGeom prst="rect">
            <a:avLst/>
          </a:prstGeom>
        </p:spPr>
        <p:txBody>
          <a:bodyPr anchor="ctr"/>
          <a:lstStyle/>
          <a:p>
            <a:pPr marL="0" indent="0" defTabSz="914400">
              <a:spcBef>
                <a:spcPts val="0"/>
              </a:spcBef>
              <a:buClrTx/>
              <a:buSzPct val="100000"/>
              <a:buChar char="•"/>
              <a:defRPr>
                <a:solidFill>
                  <a:srgbClr val="000000"/>
                </a:solidFill>
              </a:defRPr>
            </a:pPr>
            <a:r>
              <a:t>Could not find any duplicate Order_ID and Shipment_ID records</a:t>
            </a:r>
          </a:p>
          <a:p>
            <a:pPr marL="0" indent="0" defTabSz="914400">
              <a:spcBef>
                <a:spcPts val="0"/>
              </a:spcBef>
              <a:buClrTx/>
              <a:buSzPct val="100000"/>
              <a:buChar char="•"/>
              <a:defRPr>
                <a:solidFill>
                  <a:srgbClr val="000000"/>
                </a:solidFill>
              </a:defRPr>
            </a:pPr>
            <a:r>
              <a:t>Could not find any missing delay values using route-level averages</a:t>
            </a:r>
          </a:p>
          <a:p>
            <a:pPr marL="0" indent="0" defTabSz="914400">
              <a:spcBef>
                <a:spcPts val="0"/>
              </a:spcBef>
              <a:buClrTx/>
              <a:buSzPct val="100000"/>
              <a:buChar char="•"/>
              <a:defRPr>
                <a:solidFill>
                  <a:srgbClr val="000000"/>
                </a:solidFill>
              </a:defRPr>
            </a:pPr>
            <a:r>
              <a:t>Standardized all date columns into timestamp format</a:t>
            </a:r>
          </a:p>
          <a:p>
            <a:pPr marL="0" indent="0" defTabSz="914400">
              <a:spcBef>
                <a:spcPts val="0"/>
              </a:spcBef>
              <a:buClrTx/>
              <a:buSzPct val="100000"/>
              <a:buChar char="•"/>
              <a:defRPr>
                <a:solidFill>
                  <a:srgbClr val="000000"/>
                </a:solidFill>
              </a:defRPr>
            </a:pPr>
            <a:r>
              <a:t>Flagged invalid records where delivery date &lt; pickup date</a:t>
            </a:r>
          </a:p>
          <a:p>
            <a:pPr marL="0" indent="0" defTabSz="914400">
              <a:spcBef>
                <a:spcPts val="0"/>
              </a:spcBef>
              <a:buClrTx/>
              <a:buSzPct val="100000"/>
              <a:buChar char="•"/>
              <a:defRPr>
                <a:solidFill>
                  <a:srgbClr val="000000"/>
                </a:solidFill>
              </a:defRPr>
            </a:pPr>
            <a:r>
              <a:t>Ensured referential integrity across all tables</a:t>
            </a:r>
          </a:p>
          <a:p>
            <a:pPr marL="0" indent="0" defTabSz="914400">
              <a:spcBef>
                <a:spcPts val="0"/>
              </a:spcBef>
              <a:buClrTx/>
              <a:buSzPct val="100000"/>
              <a:buChar char="•"/>
              <a:defRPr>
                <a:solidFill>
                  <a:srgbClr val="000000"/>
                </a:solidFill>
              </a:defRPr>
            </a:pPr>
          </a:p>
          <a:p>
            <a:pPr marL="0" indent="0" defTabSz="914400">
              <a:spcBef>
                <a:spcPts val="0"/>
              </a:spcBef>
              <a:buSzTx/>
              <a:buFont typeface="Wingdings 3"/>
              <a:buNone/>
              <a:defRPr b="1"/>
            </a:pPr>
            <a:r>
              <a:t>Outcome:</a:t>
            </a:r>
            <a:br/>
            <a:r>
              <a:rPr b="0"/>
              <a:t>Clean and reliable dataset for accurate analysis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itle 1"/>
          <p:cNvSpPr txBox="1"/>
          <p:nvPr>
            <p:ph type="title"/>
          </p:nvPr>
        </p:nvSpPr>
        <p:spPr>
          <a:xfrm>
            <a:off x="677333" y="609600"/>
            <a:ext cx="8596670" cy="1320800"/>
          </a:xfrm>
          <a:prstGeom prst="rect">
            <a:avLst/>
          </a:prstGeom>
        </p:spPr>
        <p:txBody>
          <a:bodyPr/>
          <a:lstStyle/>
          <a:p>
            <a:pPr/>
            <a:r>
              <a:t>DELIVERY DELAY ANALYSIS (TASK 2)</a:t>
            </a:r>
          </a:p>
        </p:txBody>
      </p:sp>
      <p:sp>
        <p:nvSpPr>
          <p:cNvPr id="184" name="Content Placeholder 2"/>
          <p:cNvSpPr txBox="1"/>
          <p:nvPr>
            <p:ph type="body" sz="half" idx="1"/>
          </p:nvPr>
        </p:nvSpPr>
        <p:spPr>
          <a:xfrm>
            <a:off x="677333" y="2160589"/>
            <a:ext cx="8596670" cy="3880773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Analysis Performed:</a:t>
            </a:r>
          </a:p>
          <a:p>
            <a:pPr/>
            <a:r>
              <a:t>Calculated actual delivery delay using pickup and delivery timestamps</a:t>
            </a:r>
          </a:p>
          <a:p>
            <a:pPr/>
            <a:r>
              <a:t>Identified Top 10 routes with highest average delays</a:t>
            </a:r>
          </a:p>
          <a:p>
            <a:pPr/>
            <a:r>
              <a:t>Ranked delayed shipments within each warehouse</a:t>
            </a:r>
          </a:p>
          <a:p>
            <a:pPr/>
            <a:r>
              <a:t>Compared delay performance between Express and Standard deliveries</a:t>
            </a:r>
          </a:p>
          <a:p>
            <a:pPr>
              <a:defRPr b="1"/>
            </a:pPr>
            <a:r>
              <a:t>Key Insight:</a:t>
            </a:r>
            <a:br/>
            <a:r>
              <a:rPr b="0"/>
              <a:t>Express deliveries generally outperform standard deliveries but still face route-based delays.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itle 1"/>
          <p:cNvSpPr txBox="1"/>
          <p:nvPr>
            <p:ph type="title"/>
          </p:nvPr>
        </p:nvSpPr>
        <p:spPr>
          <a:xfrm>
            <a:off x="677333" y="609600"/>
            <a:ext cx="8596670" cy="1320800"/>
          </a:xfrm>
          <a:prstGeom prst="rect">
            <a:avLst/>
          </a:prstGeom>
        </p:spPr>
        <p:txBody>
          <a:bodyPr/>
          <a:lstStyle/>
          <a:p>
            <a:pPr>
              <a:defRPr b="1" sz="3200"/>
            </a:pPr>
            <a:r>
              <a:t>ROUTE OPTIMIZATION INSIGHTS (TASK 3)</a:t>
            </a:r>
            <a:br/>
          </a:p>
        </p:txBody>
      </p:sp>
      <p:sp>
        <p:nvSpPr>
          <p:cNvPr id="187" name="Content Placeholder 2"/>
          <p:cNvSpPr txBox="1"/>
          <p:nvPr>
            <p:ph type="body" sz="half" idx="1"/>
          </p:nvPr>
        </p:nvSpPr>
        <p:spPr>
          <a:xfrm>
            <a:off x="677333" y="2160589"/>
            <a:ext cx="8596670" cy="3880773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 typeface="Wingdings 3"/>
              <a:buNone/>
              <a:defRPr b="1"/>
            </a:pPr>
            <a:r>
              <a:t>Metrics Calculated:</a:t>
            </a:r>
          </a:p>
          <a:p>
            <a:pPr/>
            <a:r>
              <a:t>Average transit time per route</a:t>
            </a:r>
          </a:p>
          <a:p>
            <a:pPr/>
            <a:r>
              <a:t>Average delay per route</a:t>
            </a:r>
          </a:p>
          <a:p>
            <a:pPr/>
            <a:r>
              <a:t>Distance-to-time efficiency ratio</a:t>
            </a:r>
          </a:p>
          <a:p>
            <a:pPr>
              <a:defRPr b="1"/>
            </a:pPr>
            <a:r>
              <a:t>Findings:</a:t>
            </a:r>
          </a:p>
          <a:p>
            <a:pPr/>
            <a:r>
              <a:t>Some short-distance routes are less efficient than long-distance routes</a:t>
            </a:r>
          </a:p>
          <a:p>
            <a:pPr/>
            <a:r>
              <a:t>Identified 3 routes with worst efficiency ratios</a:t>
            </a:r>
          </a:p>
          <a:p>
            <a:pPr/>
            <a:r>
              <a:t>Several routes have more than 20% delayed shipments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itle 1"/>
          <p:cNvSpPr txBox="1"/>
          <p:nvPr>
            <p:ph type="title"/>
          </p:nvPr>
        </p:nvSpPr>
        <p:spPr>
          <a:xfrm>
            <a:off x="677333" y="609600"/>
            <a:ext cx="8596670" cy="1320800"/>
          </a:xfrm>
          <a:prstGeom prst="rect">
            <a:avLst/>
          </a:prstGeom>
        </p:spPr>
        <p:txBody>
          <a:bodyPr/>
          <a:lstStyle/>
          <a:p>
            <a:pPr/>
            <a:r>
              <a:t>ROUTE OPTIMIZATION INSIGHTS (TASK 3)</a:t>
            </a:r>
          </a:p>
        </p:txBody>
      </p:sp>
      <p:sp>
        <p:nvSpPr>
          <p:cNvPr id="190" name="Content Placeholder 2"/>
          <p:cNvSpPr txBox="1"/>
          <p:nvPr>
            <p:ph type="body" sz="half" idx="1"/>
          </p:nvPr>
        </p:nvSpPr>
        <p:spPr>
          <a:xfrm>
            <a:off x="677333" y="2160589"/>
            <a:ext cx="8596670" cy="3880773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Metrics Calculated:</a:t>
            </a:r>
          </a:p>
          <a:p>
            <a:pPr/>
            <a:r>
              <a:t>Average transit time per route</a:t>
            </a:r>
          </a:p>
          <a:p>
            <a:pPr/>
            <a:r>
              <a:t>Average delay per route</a:t>
            </a:r>
          </a:p>
          <a:p>
            <a:pPr/>
            <a:r>
              <a:t>Distance-to-time efficiency ratio</a:t>
            </a:r>
          </a:p>
          <a:p>
            <a:pPr>
              <a:defRPr b="1"/>
            </a:pPr>
            <a:r>
              <a:t>Findings:</a:t>
            </a:r>
          </a:p>
          <a:p>
            <a:pPr/>
            <a:r>
              <a:t>Some short-distance routes are less efficient than long-distance routes</a:t>
            </a:r>
          </a:p>
          <a:p>
            <a:pPr/>
            <a:r>
              <a:t>Identified 3 routes with worst efficiency ratios</a:t>
            </a:r>
          </a:p>
          <a:p>
            <a:pPr/>
            <a:r>
              <a:t>Several routes have more than 20% delayed shipments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itle 1"/>
          <p:cNvSpPr txBox="1"/>
          <p:nvPr>
            <p:ph type="title"/>
          </p:nvPr>
        </p:nvSpPr>
        <p:spPr>
          <a:xfrm>
            <a:off x="677333" y="609600"/>
            <a:ext cx="8596670" cy="1320800"/>
          </a:xfrm>
          <a:prstGeom prst="rect">
            <a:avLst/>
          </a:prstGeom>
        </p:spPr>
        <p:txBody>
          <a:bodyPr/>
          <a:lstStyle/>
          <a:p>
            <a:pPr/>
            <a:r>
              <a:t>WAREHOUSE PERFORMANCE ANALYSIS (TASK 4)</a:t>
            </a:r>
          </a:p>
        </p:txBody>
      </p:sp>
      <p:sp>
        <p:nvSpPr>
          <p:cNvPr id="193" name="Content Placeholder 2"/>
          <p:cNvSpPr txBox="1"/>
          <p:nvPr>
            <p:ph type="body" sz="half" idx="1"/>
          </p:nvPr>
        </p:nvSpPr>
        <p:spPr>
          <a:xfrm>
            <a:off x="677333" y="2160589"/>
            <a:ext cx="8596670" cy="3880773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Analysis Performed:</a:t>
            </a:r>
          </a:p>
          <a:p>
            <a:pPr/>
            <a:r>
              <a:t>Identified top 3 warehouses with highest average delay</a:t>
            </a:r>
          </a:p>
          <a:p>
            <a:pPr/>
            <a:r>
              <a:t>Compared total shipments vs delayed shipments</a:t>
            </a:r>
          </a:p>
          <a:p>
            <a:pPr/>
            <a:r>
              <a:t>Flagged warehouses exceeding global average delay</a:t>
            </a:r>
          </a:p>
          <a:p>
            <a:pPr/>
            <a:r>
              <a:t>Ranked warehouses by on-time delivery percentage</a:t>
            </a:r>
          </a:p>
          <a:p>
            <a:pPr>
              <a:defRPr b="1"/>
            </a:pPr>
            <a:r>
              <a:t>Key Insight:</a:t>
            </a:r>
            <a:br/>
            <a:r>
              <a:rPr b="0"/>
              <a:t>High warehouse utilization often correlates with increased delivery delays.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itle 1"/>
          <p:cNvSpPr txBox="1"/>
          <p:nvPr>
            <p:ph type="title"/>
          </p:nvPr>
        </p:nvSpPr>
        <p:spPr>
          <a:xfrm>
            <a:off x="677333" y="609600"/>
            <a:ext cx="8596670" cy="1320800"/>
          </a:xfrm>
          <a:prstGeom prst="rect">
            <a:avLst/>
          </a:prstGeom>
        </p:spPr>
        <p:txBody>
          <a:bodyPr/>
          <a:lstStyle/>
          <a:p>
            <a:pPr/>
            <a:r>
              <a:t>DELIVERY AGENT PERFORMANCE (TASK 5)</a:t>
            </a:r>
          </a:p>
        </p:txBody>
      </p:sp>
      <p:sp>
        <p:nvSpPr>
          <p:cNvPr id="196" name="Content Placeholder 2"/>
          <p:cNvSpPr txBox="1"/>
          <p:nvPr>
            <p:ph type="body" sz="half" idx="1"/>
          </p:nvPr>
        </p:nvSpPr>
        <p:spPr>
          <a:xfrm>
            <a:off x="677333" y="2160589"/>
            <a:ext cx="8596670" cy="3880773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Metrics Used:</a:t>
            </a:r>
          </a:p>
          <a:p>
            <a:pPr/>
            <a:r>
              <a:t>On-time delivery percentage per agent and route</a:t>
            </a:r>
          </a:p>
          <a:p>
            <a:pPr/>
            <a:r>
              <a:t>Agent performance ranking</a:t>
            </a:r>
          </a:p>
          <a:p>
            <a:pPr/>
            <a:r>
              <a:t>Experience and rating comparison</a:t>
            </a:r>
          </a:p>
          <a:p>
            <a:pPr>
              <a:defRPr b="1"/>
            </a:pPr>
            <a:r>
              <a:t>Findings:</a:t>
            </a:r>
          </a:p>
          <a:p>
            <a:pPr/>
            <a:r>
              <a:t>Agents with higher experience show better on-time performance</a:t>
            </a:r>
          </a:p>
          <a:p>
            <a:pPr/>
            <a:r>
              <a:t>Identified agents below 85% on-time threshold</a:t>
            </a:r>
          </a:p>
          <a:p>
            <a:pPr/>
            <a:r>
              <a:t>Performance gaps suggest training and workload balancing needs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itle 1"/>
          <p:cNvSpPr txBox="1"/>
          <p:nvPr>
            <p:ph type="title"/>
          </p:nvPr>
        </p:nvSpPr>
        <p:spPr>
          <a:xfrm>
            <a:off x="677333" y="609600"/>
            <a:ext cx="8596670" cy="1320800"/>
          </a:xfrm>
          <a:prstGeom prst="rect">
            <a:avLst/>
          </a:prstGeom>
        </p:spPr>
        <p:txBody>
          <a:bodyPr/>
          <a:lstStyle/>
          <a:p>
            <a:pPr/>
            <a:r>
              <a:t>SHIPMENT TRACKING ANALYTICS (TASK 6)</a:t>
            </a:r>
          </a:p>
        </p:txBody>
      </p:sp>
      <p:sp>
        <p:nvSpPr>
          <p:cNvPr id="199" name="Content Placeholder 2"/>
          <p:cNvSpPr txBox="1"/>
          <p:nvPr>
            <p:ph type="body" sz="half" idx="1"/>
          </p:nvPr>
        </p:nvSpPr>
        <p:spPr>
          <a:xfrm>
            <a:off x="677333" y="2160589"/>
            <a:ext cx="8596670" cy="3880773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Insights Extracted:</a:t>
            </a:r>
          </a:p>
          <a:p>
            <a:pPr/>
            <a:r>
              <a:t>Latest shipment status for all deliveries</a:t>
            </a:r>
          </a:p>
          <a:p>
            <a:pPr/>
            <a:r>
              <a:t>Routes with majority shipments In Transit or Returned</a:t>
            </a:r>
          </a:p>
          <a:p>
            <a:pPr/>
            <a:r>
              <a:t>Most frequent delay reasons:</a:t>
            </a:r>
          </a:p>
          <a:p>
            <a:pPr lvl="1" marL="742950" indent="-285750">
              <a:defRPr sz="1600"/>
            </a:pPr>
            <a:r>
              <a:t>Customs clearance</a:t>
            </a:r>
          </a:p>
          <a:p>
            <a:pPr lvl="1" marL="742950" indent="-285750">
              <a:defRPr sz="1600"/>
            </a:pPr>
            <a:r>
              <a:t>Weather disruptions</a:t>
            </a:r>
          </a:p>
          <a:p>
            <a:pPr lvl="1" marL="742950" indent="-285750">
              <a:defRPr sz="1600"/>
            </a:pPr>
            <a:r>
              <a:t>Route congestion</a:t>
            </a:r>
          </a:p>
          <a:p>
            <a:pPr/>
            <a:r>
              <a:t>Identified shipments delayed over 120 hours for investigation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itle 1"/>
          <p:cNvSpPr txBox="1"/>
          <p:nvPr>
            <p:ph type="title"/>
          </p:nvPr>
        </p:nvSpPr>
        <p:spPr>
          <a:xfrm>
            <a:off x="677333" y="609600"/>
            <a:ext cx="8596670" cy="1320800"/>
          </a:xfrm>
          <a:prstGeom prst="rect">
            <a:avLst/>
          </a:prstGeom>
        </p:spPr>
        <p:txBody>
          <a:bodyPr/>
          <a:lstStyle/>
          <a:p>
            <a:pPr/>
            <a:r>
              <a:t>KPI DASHBOARD (TASK 7)</a:t>
            </a:r>
          </a:p>
        </p:txBody>
      </p:sp>
      <p:sp>
        <p:nvSpPr>
          <p:cNvPr id="202" name="Content Placeholder 2"/>
          <p:cNvSpPr txBox="1"/>
          <p:nvPr>
            <p:ph type="body" sz="half" idx="1"/>
          </p:nvPr>
        </p:nvSpPr>
        <p:spPr>
          <a:xfrm>
            <a:off x="677333" y="2160589"/>
            <a:ext cx="8596670" cy="3880773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Key Performance Indicators:</a:t>
            </a:r>
          </a:p>
          <a:p>
            <a:pPr/>
            <a:r>
              <a:t>Average delivery delay per source country</a:t>
            </a:r>
          </a:p>
          <a:p>
            <a:pPr/>
            <a:r>
              <a:t>On-time delivery percentage</a:t>
            </a:r>
          </a:p>
          <a:p>
            <a:pPr/>
            <a:r>
              <a:t>Average delay per route</a:t>
            </a:r>
          </a:p>
          <a:p>
            <a:pPr/>
            <a:r>
              <a:t>Warehouse utilization percentage</a:t>
            </a:r>
          </a:p>
          <a:p>
            <a:pPr>
              <a:defRPr b="1"/>
            </a:pPr>
            <a:r>
              <a:t>Purpose:</a:t>
            </a:r>
            <a:br/>
            <a:r>
              <a:rPr b="0"/>
              <a:t>Provide management-level visibility into logistics performance.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itle 1"/>
          <p:cNvSpPr txBox="1"/>
          <p:nvPr>
            <p:ph type="title"/>
          </p:nvPr>
        </p:nvSpPr>
        <p:spPr>
          <a:xfrm>
            <a:off x="677333" y="609600"/>
            <a:ext cx="8596670" cy="1320800"/>
          </a:xfrm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KEY INSIGHTS</a:t>
            </a:r>
            <a:br/>
          </a:p>
        </p:txBody>
      </p:sp>
      <p:sp>
        <p:nvSpPr>
          <p:cNvPr id="205" name="Rectangle 3"/>
          <p:cNvSpPr txBox="1"/>
          <p:nvPr>
            <p:ph type="body" sz="quarter" idx="1"/>
          </p:nvPr>
        </p:nvSpPr>
        <p:spPr>
          <a:xfrm>
            <a:off x="677333" y="3500811"/>
            <a:ext cx="6489279" cy="1200329"/>
          </a:xfrm>
          <a:prstGeom prst="rect">
            <a:avLst/>
          </a:prstGeom>
        </p:spPr>
        <p:txBody>
          <a:bodyPr anchor="ctr"/>
          <a:lstStyle/>
          <a:p>
            <a:pPr marL="0" indent="0" defTabSz="914400">
              <a:spcBef>
                <a:spcPts val="0"/>
              </a:spcBef>
              <a:buClrTx/>
              <a:buSzPct val="100000"/>
              <a:buChar char="•"/>
              <a:defRPr>
                <a:solidFill>
                  <a:srgbClr val="000000"/>
                </a:solidFill>
              </a:defRPr>
            </a:pPr>
            <a:r>
              <a:t>Route inefficiencies are a major contributor to delays</a:t>
            </a:r>
          </a:p>
          <a:p>
            <a:pPr marL="0" indent="0" defTabSz="914400">
              <a:spcBef>
                <a:spcPts val="0"/>
              </a:spcBef>
              <a:buClrTx/>
              <a:buSzPct val="100000"/>
              <a:buChar char="•"/>
              <a:defRPr>
                <a:solidFill>
                  <a:srgbClr val="000000"/>
                </a:solidFill>
              </a:defRPr>
            </a:pPr>
            <a:r>
              <a:t>Customs and weather are the most frequent delay reasons</a:t>
            </a:r>
          </a:p>
          <a:p>
            <a:pPr marL="0" indent="0" defTabSz="914400">
              <a:spcBef>
                <a:spcPts val="0"/>
              </a:spcBef>
              <a:buClrTx/>
              <a:buSzPct val="100000"/>
              <a:buChar char="•"/>
              <a:defRPr>
                <a:solidFill>
                  <a:srgbClr val="000000"/>
                </a:solidFill>
              </a:defRPr>
            </a:pPr>
            <a:r>
              <a:t>Overutilized warehouses show lower on-time delivery rates</a:t>
            </a:r>
          </a:p>
          <a:p>
            <a:pPr marL="0" indent="0" defTabSz="914400">
              <a:spcBef>
                <a:spcPts val="0"/>
              </a:spcBef>
              <a:buClrTx/>
              <a:buSzPct val="100000"/>
              <a:buChar char="•"/>
              <a:defRPr>
                <a:solidFill>
                  <a:srgbClr val="000000"/>
                </a:solidFill>
              </a:defRPr>
            </a:pPr>
            <a:r>
              <a:t>Experienced delivery agents consistently outperform others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itle 1"/>
          <p:cNvSpPr txBox="1"/>
          <p:nvPr>
            <p:ph type="title"/>
          </p:nvPr>
        </p:nvSpPr>
        <p:spPr>
          <a:xfrm>
            <a:off x="677333" y="609600"/>
            <a:ext cx="8596670" cy="1320800"/>
          </a:xfrm>
          <a:prstGeom prst="rect">
            <a:avLst/>
          </a:prstGeom>
        </p:spPr>
        <p:txBody>
          <a:bodyPr/>
          <a:lstStyle/>
          <a:p>
            <a:pPr/>
            <a:r>
              <a:t>BUSINESS RECOMMENDATIONS</a:t>
            </a:r>
          </a:p>
        </p:txBody>
      </p:sp>
      <p:sp>
        <p:nvSpPr>
          <p:cNvPr id="208" name="Rectangle 1"/>
          <p:cNvSpPr txBox="1"/>
          <p:nvPr>
            <p:ph type="body" sz="quarter" idx="1"/>
          </p:nvPr>
        </p:nvSpPr>
        <p:spPr>
          <a:xfrm>
            <a:off x="677333" y="3500811"/>
            <a:ext cx="6922090" cy="1200329"/>
          </a:xfrm>
          <a:prstGeom prst="rect">
            <a:avLst/>
          </a:prstGeom>
        </p:spPr>
        <p:txBody>
          <a:bodyPr anchor="ctr"/>
          <a:lstStyle/>
          <a:p>
            <a:pPr marL="0" indent="0" defTabSz="914400">
              <a:spcBef>
                <a:spcPts val="0"/>
              </a:spcBef>
              <a:buClrTx/>
              <a:buSzPct val="100000"/>
              <a:buChar char="•"/>
              <a:defRPr>
                <a:solidFill>
                  <a:srgbClr val="000000"/>
                </a:solidFill>
              </a:defRPr>
            </a:pPr>
            <a:r>
              <a:t>Optimize or redesign inefficient routes</a:t>
            </a:r>
          </a:p>
          <a:p>
            <a:pPr marL="0" indent="0" defTabSz="914400">
              <a:spcBef>
                <a:spcPts val="0"/>
              </a:spcBef>
              <a:buClrTx/>
              <a:buSzPct val="100000"/>
              <a:buChar char="•"/>
              <a:defRPr>
                <a:solidFill>
                  <a:srgbClr val="000000"/>
                </a:solidFill>
              </a:defRPr>
            </a:pPr>
            <a:r>
              <a:t>Redistribute shipments across underutilized warehouses</a:t>
            </a:r>
          </a:p>
          <a:p>
            <a:pPr marL="0" indent="0" defTabSz="914400">
              <a:spcBef>
                <a:spcPts val="0"/>
              </a:spcBef>
              <a:buClrTx/>
              <a:buSzPct val="100000"/>
              <a:buChar char="•"/>
              <a:defRPr>
                <a:solidFill>
                  <a:srgbClr val="000000"/>
                </a:solidFill>
              </a:defRPr>
            </a:pPr>
            <a:r>
              <a:t>Introduce targeted training programs for low-performing agents</a:t>
            </a:r>
          </a:p>
          <a:p>
            <a:pPr marL="0" indent="0" defTabSz="914400">
              <a:spcBef>
                <a:spcPts val="0"/>
              </a:spcBef>
              <a:buClrTx/>
              <a:buSzPct val="100000"/>
              <a:buChar char="•"/>
              <a:defRPr>
                <a:solidFill>
                  <a:srgbClr val="000000"/>
                </a:solidFill>
              </a:defRPr>
            </a:pPr>
            <a:r>
              <a:t>Implement proactive monitoring for high-risk routes and hubs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itle 1"/>
          <p:cNvSpPr txBox="1"/>
          <p:nvPr>
            <p:ph type="title"/>
          </p:nvPr>
        </p:nvSpPr>
        <p:spPr>
          <a:xfrm>
            <a:off x="677333" y="609600"/>
            <a:ext cx="8596670" cy="1320800"/>
          </a:xfrm>
          <a:prstGeom prst="rect">
            <a:avLst/>
          </a:prstGeom>
        </p:spPr>
        <p:txBody>
          <a:bodyPr/>
          <a:lstStyle/>
          <a:p>
            <a:pPr/>
            <a:r>
              <a:t>CONCLUSION</a:t>
            </a:r>
          </a:p>
        </p:txBody>
      </p:sp>
      <p:sp>
        <p:nvSpPr>
          <p:cNvPr id="211" name="Rectangle 1"/>
          <p:cNvSpPr txBox="1"/>
          <p:nvPr>
            <p:ph type="body" sz="quarter" idx="1"/>
          </p:nvPr>
        </p:nvSpPr>
        <p:spPr>
          <a:xfrm>
            <a:off x="677334" y="3500811"/>
            <a:ext cx="8105103" cy="1200329"/>
          </a:xfrm>
          <a:prstGeom prst="rect">
            <a:avLst/>
          </a:prstGeom>
        </p:spPr>
        <p:txBody>
          <a:bodyPr anchor="ctr"/>
          <a:lstStyle/>
          <a:p>
            <a:pPr marL="0" indent="0" defTabSz="914400">
              <a:spcBef>
                <a:spcPts val="0"/>
              </a:spcBef>
              <a:buClrTx/>
              <a:buSzPct val="100000"/>
              <a:buChar char="•"/>
              <a:defRPr>
                <a:solidFill>
                  <a:srgbClr val="000000"/>
                </a:solidFill>
              </a:defRPr>
            </a:pPr>
            <a:r>
              <a:t>SQL analytics enables deep visibility into logistics operations</a:t>
            </a:r>
          </a:p>
          <a:p>
            <a:pPr marL="0" indent="0" defTabSz="914400">
              <a:spcBef>
                <a:spcPts val="0"/>
              </a:spcBef>
              <a:buClrTx/>
              <a:buSzPct val="100000"/>
              <a:buChar char="•"/>
              <a:defRPr>
                <a:solidFill>
                  <a:srgbClr val="000000"/>
                </a:solidFill>
              </a:defRPr>
            </a:pPr>
            <a:r>
              <a:t>Data-driven insights can significantly improve delivery reliability</a:t>
            </a:r>
          </a:p>
          <a:p>
            <a:pPr marL="0" indent="0" defTabSz="914400">
              <a:spcBef>
                <a:spcPts val="0"/>
              </a:spcBef>
              <a:buClrTx/>
              <a:buSzPct val="100000"/>
              <a:buChar char="•"/>
              <a:defRPr>
                <a:solidFill>
                  <a:srgbClr val="000000"/>
                </a:solidFill>
              </a:defRPr>
            </a:pPr>
            <a:r>
              <a:t>The analytical framework can scale across DHL’s global network</a:t>
            </a:r>
          </a:p>
          <a:p>
            <a:pPr marL="0" indent="0" defTabSz="914400">
              <a:spcBef>
                <a:spcPts val="0"/>
              </a:spcBef>
              <a:buClrTx/>
              <a:buSzPct val="100000"/>
              <a:buChar char="•"/>
              <a:defRPr>
                <a:solidFill>
                  <a:srgbClr val="000000"/>
                </a:solidFill>
              </a:defRPr>
            </a:pPr>
            <a:r>
              <a:t>Optimized logistics leads to better customer satisfaction and reduced costs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Title 1"/>
          <p:cNvSpPr txBox="1"/>
          <p:nvPr>
            <p:ph type="title"/>
          </p:nvPr>
        </p:nvSpPr>
        <p:spPr>
          <a:xfrm>
            <a:off x="677333" y="609600"/>
            <a:ext cx="8596670" cy="1320800"/>
          </a:xfrm>
          <a:prstGeom prst="rect">
            <a:avLst/>
          </a:prstGeom>
        </p:spPr>
        <p:txBody>
          <a:bodyPr/>
          <a:lstStyle/>
          <a:p>
            <a:pPr/>
            <a:r>
              <a:t>THANK YOU</a:t>
            </a:r>
          </a:p>
        </p:txBody>
      </p:sp>
      <p:sp>
        <p:nvSpPr>
          <p:cNvPr id="214" name="Content Placeholder 2"/>
          <p:cNvSpPr txBox="1"/>
          <p:nvPr>
            <p:ph type="body" sz="half" idx="1"/>
          </p:nvPr>
        </p:nvSpPr>
        <p:spPr>
          <a:xfrm>
            <a:off x="677333" y="2160589"/>
            <a:ext cx="8596670" cy="3880773"/>
          </a:xfrm>
          <a:prstGeom prst="rect">
            <a:avLst/>
          </a:prstGeom>
        </p:spPr>
        <p:txBody>
          <a:bodyPr/>
          <a:lstStyle/>
          <a:p>
            <a:pPr/>
            <a:r>
              <a:t>THANK YOU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00FF"/>
      </a:hlink>
      <a:folHlink>
        <a:srgbClr val="FF00FF"/>
      </a:folHlink>
    </a:clrScheme>
    <a:fontScheme name="Facet">
      <a:majorFont>
        <a:latin typeface="Trebuchet MS"/>
        <a:ea typeface="Trebuchet MS"/>
        <a:cs typeface="Trebuchet MS"/>
      </a:majorFont>
      <a:minorFont>
        <a:latin typeface="Helvetica"/>
        <a:ea typeface="Helvetica"/>
        <a:cs typeface="Helvetica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rnd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54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Trebuchet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rnd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Trebuchet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0000FF"/>
      </a:hlink>
      <a:folHlink>
        <a:srgbClr val="FF00FF"/>
      </a:folHlink>
    </a:clrScheme>
    <a:fontScheme name="Facet">
      <a:majorFont>
        <a:latin typeface="Trebuchet MS"/>
        <a:ea typeface="Trebuchet MS"/>
        <a:cs typeface="Trebuchet MS"/>
      </a:majorFont>
      <a:minorFont>
        <a:latin typeface="Helvetica"/>
        <a:ea typeface="Helvetica"/>
        <a:cs typeface="Helvetica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35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rnd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54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Trebuchet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9050" cap="rnd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Trebuchet M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